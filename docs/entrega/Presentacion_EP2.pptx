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20 octubre 2026 | ATY1102 Login real, XPath, Excel externo y API persistente Alcance comprobado y limites declarados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EP1: consulta automatizada y exportacion EP2: controles visibles e integraciones Fuente externa y acuse HTTP trazable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MAIN invoca WEB_LOGIN y EXTRACT_TRANSACTIONS For de filas/pares, IF, While limitado y Try Catch Grabador DOM propio: 4 eventos reales y replay Aceptacion de la alternativa: pendiente docente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XPath y cinco cabeceras verificadas en TestFire Fecha real: YYYY-MM-DD HH:MM Regex + strptime + Decimal; raw conservado Vista: 100 recientes; no historial completo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Maestro: snapshot previo, versionado y con hash Cinco estados; duplicados conservados por ocurrencia El sitio compartido cambia entre capturas MySQL pendiente por indicacion del usuario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GET salud, POST resumen, GET confirmacion 200 / 201 / 200 repetido / 200 verificados UUID estable: payload distinto produce 409 API compartida con SQLite; MySQL pendiente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DESKTOP-OFQ9QLA: ejecucion real desde el cliente 96 validos / 4 rechazados / 103,525 segundos Resumen en el host y GET HTTP 200 comprobados Excel del cliente informado; no inspeccionado aqui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96 validos / 4 rechazados / 5 hojas Excel 58 pruebas Python aprobadas Duracion registrada: 206.514 segundos PARCIAL global: SQL pendiente; flujo web completo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docs/GUION_PRESENTACION.md. Tiempo previsto, no ensayo medido. SCAMPER: combinar fuentes y eliminar recaptura Sin porcentaje de ahorro: falta referencia manual Pendientes: MySQL y aceptacion del recorder Completar aporte personal y ensayar 11 minutos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TestFire EP2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Consulta y conciliacion con Rocketbot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20 octubre 2026 | ATY1102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Login real, XPath, Excel externo y API persistente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Alcance comprobado y limites declarados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01  |  EP2 | Evidencias verificadas y limites declarados | 2026-10-20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Del problema al 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1 minuto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EP1: consulta automatizada y exportacion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EP2: controles visibles e integraciones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Fuente externa y acuse HTTP trazable</a:t>
            </a:r>
          </a:p>
        </p:txBody>
      </p:sp>
      <p:pic>
        <p:nvPicPr>
          <p:cNvPr id="7" name="Picture 6" descr="00_flujo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10789920" cy="18882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02  |  EP2 | Evidencias verificadas y limites declarados | 2026-10-20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Rocketbot y recorder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2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MAIN invoca WEB_LOGIN y EXTRACT_TRANSACTIONS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For de filas/pares, IF, While limitado y Try Catch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Grabador DOM propio: 4 eventos reales y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Aceptacion de la alternativa: pendiente docente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03  |  EP2 | Evidencias verificadas y limites declarados | 2026-10-20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DOM y validacion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2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XPath y cinco cabeceras verificadas en TestFire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Fecha real: YYYY-MM-DD HH:MM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Regex + strptime + Decimal; raw conservado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Vista: 100 recientes; no historial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04  |  EP2 | Evidencias verificadas y limites declarados | 2026-10-20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Excel externo y conciliacion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2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Maestro: snapshot previo, versionado y con 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Cinco estados; duplicados conservados por ocurrencia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El sitio compartido cambia entre capturas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MySQL pendiente por indicacion del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05  |  EP2 | Evidencias verificadas y limites declarados | 2026-10-20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HTTP con proposito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1 minuto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GET salud, POST resumen, GET confirmacion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200 / 201 / 200 repetido / 200 verificados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UUID estable: payload distinto produce 409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API compartida con SQLite; MySQL pendiente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06  |  EP2 | Evidencias verificadas y limites declarados | 2026-10-20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Segunda PC verificada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1 minuto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DESKTOP-OFQ9QLA: ejecucion real desde 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96 validos / 4 rechazados / 103,525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Resumen en el host y GET HTTP 200 comprobados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Excel del cliente informado; no inspeccionado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07  |  EP2 | Evidencias verificadas y limites declarados | 2026-10-20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Resultados del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Corrida 18/10/2026 | 1 minuto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96 validos / 4 rechazados / 5 hojas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58 pruebas Python aprobadas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Duracion registrada: 206.514 segundos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PARCIAL global: SQL pendiente; flujo web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08  |  EP2 | Evidencias verificadas y limites declarados | 2026-10-20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24F"/>
                </a:solidFill>
              </a:defRPr>
            </a:pPr>
            <a:r>
              <a:t>Mejora y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37A"/>
                </a:solidFill>
              </a:defRPr>
            </a:pPr>
            <a:r>
              <a:t>1 minuto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SCAMPER: combinar fuentes y eliminar recaptura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Sin porcentaje de ahorro: falta referencia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Pendientes: MySQL y aceptacion del recorder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324F"/>
                </a:solidFill>
              </a:defRPr>
            </a:pPr>
            <a:r>
              <a:t>Completar aporte personal y ensayar 11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37A"/>
                </a:solidFill>
              </a:defRPr>
            </a:pPr>
            <a:r>
              <a:t>09  |  EP2 | Evidencias verificadas y limites declarados | 2026-10-20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